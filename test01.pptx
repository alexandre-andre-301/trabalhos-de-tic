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andre Andre" userId="e3319c683f8fe161" providerId="LiveId" clId="{F21C6323-4CC4-4E50-BF2C-04E602C9CA74}"/>
    <pc:docChg chg="addSld">
      <pc:chgData name="Alexandre Andre" userId="e3319c683f8fe161" providerId="LiveId" clId="{F21C6323-4CC4-4E50-BF2C-04E602C9CA74}" dt="2026-09-16T12:43:59.465" v="0" actId="680"/>
      <pc:docMkLst>
        <pc:docMk/>
      </pc:docMkLst>
      <pc:sldChg chg="new">
        <pc:chgData name="Alexandre Andre" userId="e3319c683f8fe161" providerId="LiveId" clId="{F21C6323-4CC4-4E50-BF2C-04E602C9CA74}" dt="2026-09-16T12:43:59.465" v="0" actId="680"/>
        <pc:sldMkLst>
          <pc:docMk/>
          <pc:sldMk cId="606242762" sldId="25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469DE-A0F6-0795-C8C3-DAC5DD6648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607ACE-28B2-6E14-0896-B6C8F73676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60EC77-00F8-9E5A-3012-30C42DFD6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7738B-B010-43F7-87DE-B3A96804FCE3}" type="datetimeFigureOut">
              <a:rPr lang="pt-PT" smtClean="0"/>
              <a:t>16/09/2026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E58569-2210-72C3-65F0-F901B2C5E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93CBC7-4508-84E7-D0F3-85E945005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B2F7F-C70F-42CF-971C-79357677C7E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0829890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B74E4-5B48-4558-B902-140B0FB89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51B992-1169-4F31-F31C-F475489863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FB1178-4BF7-374E-C3A2-FFF5E7215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7738B-B010-43F7-87DE-B3A96804FCE3}" type="datetimeFigureOut">
              <a:rPr lang="pt-PT" smtClean="0"/>
              <a:t>16/09/2026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198F91-E469-E80A-C9E5-D9B53EEFC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A44431-D8F6-C352-12CF-89A447CDE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B2F7F-C70F-42CF-971C-79357677C7E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865570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3B803-9D48-6E5F-0A3A-2E64F1B78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AB6B78-C58D-B291-7266-129955A0CB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FDE315-FDB4-3B5D-FA40-A4B88C14C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7738B-B010-43F7-87DE-B3A96804FCE3}" type="datetimeFigureOut">
              <a:rPr lang="pt-PT" smtClean="0"/>
              <a:t>16/09/2026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67FA7F-8651-8F82-A154-EE52E7EF4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D1212B-6C25-183D-23DA-AEE51E6CC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B2F7F-C70F-42CF-971C-79357677C7E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515285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FE0B6-6ED0-B81D-090B-E145F0446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BB5506-5D9B-3C46-778E-E213991EF9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8F867D-FE1F-1BCA-4D14-A52F20D6E8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4A6EC0-05C2-A98C-5276-5CE28B27D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7738B-B010-43F7-87DE-B3A96804FCE3}" type="datetimeFigureOut">
              <a:rPr lang="pt-PT" smtClean="0"/>
              <a:t>16/09/2026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060592-E0A2-1586-5384-55E1BDA80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1D453D-300C-268F-1BF5-BCB2CA43F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B2F7F-C70F-42CF-971C-79357677C7E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64410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23EC6-5E2B-FDC4-0EAE-6AD4F54D8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DCE31E-1AB1-D565-92E2-134FAE8541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92572C-3199-8708-0040-C2AE94E6C5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A8AD9E-EFA9-BB66-3485-74ADE14364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144996-9E8C-3F8C-D93E-C4BF909BFA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0A1FA1-E65A-D972-9DA2-AAD8BBBCD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7738B-B010-43F7-87DE-B3A96804FCE3}" type="datetimeFigureOut">
              <a:rPr lang="pt-PT" smtClean="0"/>
              <a:t>16/09/2026</a:t>
            </a:fld>
            <a:endParaRPr lang="pt-P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508B19-C9D8-0917-4150-002BE0579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6697A1-600F-45E9-386F-09268A7B1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B2F7F-C70F-42CF-971C-79357677C7E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75701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C3162-2F77-189D-7E11-C7ECFB586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125292-A700-D4EE-24C7-1E1B77EC8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7738B-B010-43F7-87DE-B3A96804FCE3}" type="datetimeFigureOut">
              <a:rPr lang="pt-PT" smtClean="0"/>
              <a:t>16/09/2026</a:t>
            </a:fld>
            <a:endParaRPr lang="pt-P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728920-EA99-701F-92A7-A3E552576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8BED6A-4756-6E73-6710-300F944F6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B2F7F-C70F-42CF-971C-79357677C7E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09411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1C7830-90DB-FD60-9196-D9257CF6F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7738B-B010-43F7-87DE-B3A96804FCE3}" type="datetimeFigureOut">
              <a:rPr lang="pt-PT" smtClean="0"/>
              <a:t>16/09/2026</a:t>
            </a:fld>
            <a:endParaRPr lang="pt-P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0BF4F7-A879-4618-1906-700AE0078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72B491-2147-3269-EAE8-3EC0D25B8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B2F7F-C70F-42CF-971C-79357677C7E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58920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C58EB-8FCD-D6B7-B81C-C94AAB60D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7EAB4E-3BA6-AAE6-6CE0-570B13FD02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55FC98-3935-1D9B-502A-CB2507FF2D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1B8E12-1F1E-8362-1810-4DB0E1908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7738B-B010-43F7-87DE-B3A96804FCE3}" type="datetimeFigureOut">
              <a:rPr lang="pt-PT" smtClean="0"/>
              <a:t>16/09/2026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474A68-A0DE-DB31-11CA-C3A07A6D3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1CAE5F-0309-4704-7D02-C767CFB70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B2F7F-C70F-42CF-971C-79357677C7E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66327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EE8CA-513D-41D7-3474-F4DF83326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85D669-3761-4892-59A7-F713701D39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F32439-5789-0BA4-02DC-95290BB312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8180A7-938F-B9B0-E253-4C3992A94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7738B-B010-43F7-87DE-B3A96804FCE3}" type="datetimeFigureOut">
              <a:rPr lang="pt-PT" smtClean="0"/>
              <a:t>16/09/2026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730108-542C-CDF8-91DF-60440ADD9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2C6357-5F4E-AED2-3B4E-5D069464E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B2F7F-C70F-42CF-971C-79357677C7E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6772992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101B1-4242-F891-B39E-00059E23D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EF9ED2-3138-1586-8F7A-78AEEFB9B2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4113A5-FFB8-057D-12E2-74AE1275D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7738B-B010-43F7-87DE-B3A96804FCE3}" type="datetimeFigureOut">
              <a:rPr lang="pt-PT" smtClean="0"/>
              <a:t>16/09/2026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432013-ED3D-AF1A-50CA-2F4328A04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0635FA-19C1-3161-E2E4-E30259455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B2F7F-C70F-42CF-971C-79357677C7E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7063329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9EFCE0-C54A-4EBE-3329-10CD8DD34A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A68D44-E5C0-00FF-E943-0086390209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6DA2D3-EE3D-A934-0761-A54ECF2D0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7738B-B010-43F7-87DE-B3A96804FCE3}" type="datetimeFigureOut">
              <a:rPr lang="pt-PT" smtClean="0"/>
              <a:t>16/09/2026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DD3B02-7D4E-A59A-6760-47384B95E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61A9E6-3B0D-D407-EC1B-BE5A85901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B2F7F-C70F-42CF-971C-79357677C7E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227607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EF3501-5D91-0297-B22A-A1A454474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021A17-7DB9-2F36-81DF-1F415F25E1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47BBE0-F3BF-53D1-2C80-BB75CFEAAF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97738B-B010-43F7-87DE-B3A96804FCE3}" type="datetimeFigureOut">
              <a:rPr lang="pt-PT" smtClean="0"/>
              <a:t>16/09/2026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FCDF89-8B80-5F37-9940-72925BB745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000596-1AE3-F086-D6CB-0D9A14123C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9B2F7F-C70F-42CF-971C-79357677C7E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549985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EF40F-197C-3F31-CA6F-4B433D318F9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DA9117-31D3-46FA-D2D7-8A1B69EC3A8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062427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Alexandre Andre</dc:creator>
  <cp:lastModifiedBy>Alexandre Andre</cp:lastModifiedBy>
  <cp:revision>1</cp:revision>
  <dcterms:created xsi:type="dcterms:W3CDTF">2026-09-16T12:39:48Z</dcterms:created>
  <dcterms:modified xsi:type="dcterms:W3CDTF">2026-09-16T12:44:02Z</dcterms:modified>
</cp:coreProperties>
</file>